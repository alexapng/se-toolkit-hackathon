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Minimal Habit Bot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Alexandra Pokhvalova</a:t>
            </a:r>
          </a:p>
          <a:p>
            <a:r>
              <a:t>a.pokhvalova@innopolis.university</a:t>
            </a:r>
          </a:p>
          <a:p>
            <a:r>
              <a:t>Course/Group: CSE-01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End user: people who want to build better daily habits.</a:t>
            </a:r>
          </a:p>
          <a:p>
            <a:pPr>
              <a:defRPr sz="2200"/>
            </a:pPr>
            <a:r>
              <a:t>Problem: users struggle to stay consistent with small daily actions.</a:t>
            </a:r>
          </a:p>
          <a:p>
            <a:pPr>
              <a:defRPr sz="2200"/>
            </a:pPr>
            <a:r>
              <a:t>Idea: a minimal Telegram Mini App + bot for daily habit check-ins and streaks.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Stack: Python backend + SQLite + Telegram Mini App frontend + Telegram bot.</a:t>
            </a:r>
          </a:p>
          <a:p>
            <a:pPr>
              <a:defRPr sz="2000"/>
            </a:pPr>
            <a:r>
              <a:t>Version 1: daily habit check-ins for selected habits.</a:t>
            </a:r>
          </a:p>
          <a:p>
            <a:pPr>
              <a:defRPr sz="2000"/>
            </a:pPr>
            <a:r>
              <a:t>Version 2: streak counter, motivational messages, habit deletion.</a:t>
            </a:r>
          </a:p>
          <a:p>
            <a:pPr>
              <a:defRPr sz="2000"/>
            </a:pPr>
            <a:r>
              <a:t>Telegram integration: /start profile link, /streak, /notify_on, /notify_off.</a:t>
            </a:r>
          </a:p>
          <a:p>
            <a:pPr>
              <a:defRPr sz="2000"/>
            </a:pPr>
            <a:r>
              <a:t>TA feedback addressed: web app UX, personal profile flow, reminders.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(up to 2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0:00-0:15: Open bot, run /start, open Mini App.</a:t>
            </a:r>
          </a:p>
          <a:p>
            <a:pPr>
              <a:defRPr sz="1800"/>
            </a:pPr>
            <a:r>
              <a:t>0:15-0:40: Show auto-link with Telegram username.</a:t>
            </a:r>
          </a:p>
          <a:p>
            <a:pPr>
              <a:defRPr sz="1800"/>
            </a:pPr>
            <a:r>
              <a:t>0:40-1:05: Add habits.</a:t>
            </a:r>
          </a:p>
          <a:p>
            <a:pPr>
              <a:defRPr sz="1800"/>
            </a:pPr>
            <a:r>
              <a:t>1:05-1:25: Check in habits for today.</a:t>
            </a:r>
          </a:p>
          <a:p>
            <a:pPr>
              <a:defRPr sz="1800"/>
            </a:pPr>
            <a:r>
              <a:t>1:25-1:40: Show streak and motivational message.</a:t>
            </a:r>
          </a:p>
          <a:p>
            <a:pPr>
              <a:defRPr sz="1800"/>
            </a:pPr>
            <a:r>
              <a:t>1:40-1:55: Delete a habit and show fast UI update.</a:t>
            </a:r>
          </a:p>
          <a:p>
            <a:pPr>
              <a:defRPr sz="1800"/>
            </a:pPr>
            <a:r>
              <a:t>1:55-2:00: Show reminder commands (/notify_on, /streak).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GitHub repo: https://github.com/Alexapng/se-toolkit-hackathon</a:t>
            </a:r>
          </a:p>
          <a:p>
            <a:pPr>
              <a:defRPr sz="2000"/>
            </a:pPr>
            <a:r>
              <a:t>Deployed app: &lt;ADD YOUR CURRENT PUBLIC HTTPS URL&gt;</a:t>
            </a:r>
          </a:p>
          <a:p>
            <a:pPr>
              <a:defRPr sz="2000"/>
            </a:pPr>
            <a:r>
              <a:t>Add QR code for GitHub repo.</a:t>
            </a:r>
          </a:p>
          <a:p>
            <a:pPr>
              <a:defRPr sz="2000"/>
            </a:pPr>
            <a:r>
              <a:t>Add QR code for deployed app URL.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